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ukta Light" panose="020B0604020202020204" charset="0"/>
      <p:regular r:id="rId14"/>
    </p:embeddedFont>
    <p:embeddedFont>
      <p:font typeface="Prompt Medium" panose="00000600000000000000" pitchFamily="2" charset="-3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26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85213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AI-based Face Recognition Assistant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2594015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project explores the development of a sophisticated AI-based face recognition assistant designed to provide enhanced security and seamless user interaction. It integrates advanced neural networks and state-of-the-art digital recognition technologies to achieve accurate and efficient identification.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4846915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 the project lead, I am responsible for coordinating research, system design, and implementation to ensure that the assistant meets the highest standards of performance and user experience.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437" y="630971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 BHARATH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437" y="6982420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U23IA22S0068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36898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42507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152680" y="35098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152680" y="400085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Lack of intuitive real-time personal assistants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488965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52680" y="497443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Motivation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152680" y="546544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Enhance interaction through face recognition and voice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8244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Objectives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538532"/>
            <a:ext cx="7415927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26093" y="2800588"/>
            <a:ext cx="33522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Face Detection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864037" y="3652361"/>
            <a:ext cx="7415927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126093" y="3914418"/>
            <a:ext cx="376178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Natural Language Greetings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864037" y="4766191"/>
            <a:ext cx="7415927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26093" y="5028248"/>
            <a:ext cx="37211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Voice Command Interaction</a:t>
            </a:r>
            <a:endParaRPr lang="en-US" sz="2150" dirty="0"/>
          </a:p>
        </p:txBody>
      </p:sp>
      <p:sp>
        <p:nvSpPr>
          <p:cNvPr id="10" name="Shape 7"/>
          <p:cNvSpPr/>
          <p:nvPr/>
        </p:nvSpPr>
        <p:spPr>
          <a:xfrm>
            <a:off x="864037" y="5880021"/>
            <a:ext cx="7415927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126093" y="6142077"/>
            <a:ext cx="35031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Dynamic Model Retraining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0439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196048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152680" y="204525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IP Webcam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152680" y="2536269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Captures real-time video feed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42507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52680" y="35098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Face Recognition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152680" y="400085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Detects and identifies known faces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88965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152680" y="497443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Voice Engine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152680" y="546544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Processes and responds to user voice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350437" y="635424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52680" y="643901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Local LLM (Ollama)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693003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Generates natural language responses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8574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Technologies Used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24183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OpenCV for image processing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72320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face_recognition library for detection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20457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speech_recognition for voice input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468594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pyttsx3 for speech synthesis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516731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Ollama for Local Large Language Model (LLM)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4037" y="564868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Python for development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64707"/>
            <a:ext cx="674774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Face Recognition Module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644259"/>
            <a:ext cx="4095036" cy="2530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4837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Detection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97479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Extracts faces from webcam frames using OpenCV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682" y="2644259"/>
            <a:ext cx="4095036" cy="2530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682" y="54837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Recognition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67682" y="597479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Matches detected faces with known identities via embeddings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328" y="2644259"/>
            <a:ext cx="4095036" cy="2530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54837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Dynamic Retraining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71328" y="597479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Updates model in real-time with new faces introduced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887379"/>
            <a:ext cx="67938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Voice Assistant Workflow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943463"/>
            <a:ext cx="185142" cy="886063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905863" y="29434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Capture Voice Input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905863" y="3434477"/>
            <a:ext cx="686050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Using microphone and speech_recognition library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20721" y="4076343"/>
            <a:ext cx="185142" cy="886063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276148" y="40763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Process Commands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276148" y="4567357"/>
            <a:ext cx="64902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Convert speech to text for interpretation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91005" y="5209223"/>
            <a:ext cx="185142" cy="886063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646432" y="520922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Respond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646432" y="5700236"/>
            <a:ext cx="611993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 audio reply with pyttsx3 text-to-speech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40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3115985"/>
            <a:ext cx="7540347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Local LLM Integration with Ollama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9" y="3990023"/>
            <a:ext cx="1021556" cy="1225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43113" y="4194334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Initialize Model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2043113" y="4600575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Load Ollama LLM once at startup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" y="5215890"/>
            <a:ext cx="1021556" cy="1225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43113" y="5420201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Send Prompts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043113" y="5826443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Forward recognized face and command context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89" y="6441758"/>
            <a:ext cx="1021556" cy="12258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43113" y="6646069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Receive Responses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2043113" y="7052310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 natural language replies dynamically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54211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5641300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28073" y="5744766"/>
            <a:ext cx="2130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Boss Mode Greeting</a:t>
            </a:r>
            <a:endParaRPr lang="en-US" sz="21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711" y="5641300"/>
            <a:ext cx="617220" cy="6172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30748" y="5744766"/>
            <a:ext cx="213014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Voice Commands</a:t>
            </a:r>
            <a:endParaRPr lang="en-US" sz="21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505" y="5641300"/>
            <a:ext cx="617220" cy="6172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333542" y="5744766"/>
            <a:ext cx="213002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Optimization &amp; Retraining</a:t>
            </a:r>
            <a:endParaRPr lang="en-US" sz="21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2180" y="5641300"/>
            <a:ext cx="617220" cy="6172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636216" y="5744766"/>
            <a:ext cx="21301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Retry Logic for Robustness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904399"/>
            <a:ext cx="620732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Challenges &amp; Solutions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196048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666280" y="204525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Challenge: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2536269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Handling real-time video processing latency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4037" y="342507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666280" y="35098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Solution: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666280" y="400085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Optimized OpenCV pipelines for efficiency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488965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666280" y="497443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Challenge: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666280" y="546544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Accurately recognizing new faces dynamically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64037" y="635424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666280" y="643901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Solution: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666280" y="693003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Implemented live model retraining mechanisms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40" y="373737"/>
            <a:ext cx="4001810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Future Scope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40" y="1022033"/>
            <a:ext cx="3393162" cy="2097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7648" y="1278346"/>
            <a:ext cx="10117812" cy="1304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Transformative AI-based face recognition with a voice-powered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3200" dirty="0">
              <a:solidFill>
                <a:srgbClr val="DAD8E9"/>
              </a:solidFill>
              <a:latin typeface="Mukta Light" pitchFamily="34" charset="0"/>
              <a:ea typeface="Mukta Light" pitchFamily="34" charset="-122"/>
              <a:cs typeface="Mukta Light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interface for seamless user interaction.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40" y="3390424"/>
            <a:ext cx="3393162" cy="2097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37648" y="4006215"/>
            <a:ext cx="1011781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demo highlights personalized assistance through intuitive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3200" dirty="0">
              <a:solidFill>
                <a:srgbClr val="DAD8E9"/>
              </a:solidFill>
              <a:latin typeface="Mukta Light" pitchFamily="34" charset="0"/>
              <a:ea typeface="Mukta Light" pitchFamily="34" charset="-122"/>
              <a:cs typeface="Mukta Light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Voice commands and accurate face identification.</a:t>
            </a:r>
            <a:endParaRPr lang="en-US" sz="3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40" y="5758815"/>
            <a:ext cx="3393162" cy="2097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0245" y="6395422"/>
            <a:ext cx="1011781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Local language model integration ensures privacy, data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3200" dirty="0">
              <a:solidFill>
                <a:srgbClr val="DAD8E9"/>
              </a:solidFill>
              <a:latin typeface="Mukta Light" pitchFamily="34" charset="0"/>
              <a:ea typeface="Mukta Light" pitchFamily="34" charset="-122"/>
              <a:cs typeface="Mukta Light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sovereignty, and a future-proof assistant architecture.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367</Words>
  <Application>Microsoft Office PowerPoint</Application>
  <PresentationFormat>Custom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 Bharath</cp:lastModifiedBy>
  <cp:revision>2</cp:revision>
  <dcterms:created xsi:type="dcterms:W3CDTF">2025-05-06T10:47:10Z</dcterms:created>
  <dcterms:modified xsi:type="dcterms:W3CDTF">2025-05-06T11:11:52Z</dcterms:modified>
</cp:coreProperties>
</file>